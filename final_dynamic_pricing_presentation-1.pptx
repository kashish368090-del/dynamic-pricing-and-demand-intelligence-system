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Pricing &amp; Demand Intelligence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Kashish, Mansi, Ojasvi</a:t>
            </a:r>
          </a:p>
          <a:p>
            <a:r>
              <a:t>Meerut Institute of Technology</a:t>
            </a:r>
          </a:p>
          <a:p>
            <a:r>
              <a:t>Subject: DBMS</a:t>
            </a:r>
          </a:p>
          <a:p>
            <a:r>
              <a:t>Teacher: Rahul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dynamically adjusts product prices based on demand using MySQL.</a:t>
            </a:r>
          </a:p>
          <a:p>
            <a:r>
              <a:t>It simulates real-world pricing strategies used in e-commerce.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demand using sales data</a:t>
            </a:r>
          </a:p>
          <a:p>
            <a:r>
              <a:t>• Adjust prices automatically</a:t>
            </a:r>
          </a:p>
          <a:p>
            <a:r>
              <a:t>• Improve decision making</a:t>
            </a:r>
          </a:p>
          <a:p>
            <a:r>
              <a:t>• Simulate real-world pricing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Products Table:</a:t>
            </a:r>
          </a:p>
          <a:p>
            <a:r>
              <a:t>- product_id</a:t>
            </a:r>
          </a:p>
          <a:p>
            <a:r>
              <a:t>- base_price</a:t>
            </a:r>
          </a:p>
          <a:p>
            <a:r>
              <a:t>- current_price</a:t>
            </a:r>
          </a:p>
          <a:p/>
          <a:p>
            <a:r>
              <a:t>Sales Table:</a:t>
            </a:r>
          </a:p>
          <a:p>
            <a:r>
              <a:t>- sale_id</a:t>
            </a:r>
          </a:p>
          <a:p>
            <a:r>
              <a:t>- product_id</a:t>
            </a:r>
          </a:p>
          <a:p>
            <a:r>
              <a:t>- quantity</a:t>
            </a:r>
          </a:p>
          <a:p>
            <a:r>
              <a:t>- sale_date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Products (1) -------- (Many) Sales</a:t>
            </a:r>
          </a:p>
          <a:p/>
          <a:p>
            <a:r>
              <a:t>Each product can have multiple sales records</a:t>
            </a:r>
          </a:p>
          <a:p>
            <a:r>
              <a:t>Connected using product_id (Foreign Key)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demand &gt; 10 → Increase price by 10%</a:t>
            </a:r>
          </a:p>
          <a:p>
            <a:r>
              <a:t>If demand &lt; 5 → Decrease price by 10%</a:t>
            </a:r>
          </a:p>
          <a:p>
            <a:r>
              <a:t>Else → No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</a:t>
            </a:r>
          </a:p>
          <a:p>
            <a:r>
              <a:t>SUM()</a:t>
            </a:r>
          </a:p>
          <a:p>
            <a:r>
              <a:t>GROUP BY</a:t>
            </a:r>
          </a:p>
          <a:p>
            <a:r>
              <a:t>CASE Statement</a:t>
            </a:r>
          </a:p>
          <a:p>
            <a:r>
              <a:t>UPDATE 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updates current_price automatically based on demand trends.</a:t>
            </a:r>
          </a:p>
          <a:p>
            <a:r>
              <a:t>Helps in smart pricing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Faced Error Code 1175 (Safe Update Mode)</a:t>
            </a:r>
          </a:p>
          <a:p>
            <a:r>
              <a:t>Resolved by disabling SQL_SAFE_UPDATES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demand-based pricing using SQL.</a:t>
            </a:r>
          </a:p>
          <a:p>
            <a:r>
              <a:t>Useful in real-world applications like Amazon, Flipkart.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