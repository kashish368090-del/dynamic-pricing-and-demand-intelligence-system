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Dynamic Pricing &amp; Demand Intelligence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Presented by:</a:t>
            </a:r>
          </a:p>
          <a:p>
            <a:r>
              <a:rPr dirty="0" err="1" smtClean="0"/>
              <a:t>Kashish</a:t>
            </a:r>
            <a:endParaRPr dirty="0"/>
          </a:p>
          <a:p>
            <a:r>
              <a:rPr dirty="0"/>
              <a:t>Meerut Institute of Technology</a:t>
            </a:r>
          </a:p>
          <a:p>
            <a:r>
              <a:rPr dirty="0"/>
              <a:t>Subject: DBMS</a:t>
            </a:r>
          </a:p>
          <a:p>
            <a:r>
              <a:rPr dirty="0"/>
              <a:t>Teacher: Rahul Singh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dynamically adjusts product prices based on demand using MySQL.</a:t>
            </a:r>
          </a:p>
          <a:p>
            <a:r>
              <a:t>It simulates real-world pricing strategies used in e-commerce.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Analyze demand using sales data</a:t>
            </a:r>
          </a:p>
          <a:p>
            <a:r>
              <a:t>• Adjust prices automatically</a:t>
            </a:r>
          </a:p>
          <a:p>
            <a:r>
              <a:t>• Improve decision making</a:t>
            </a:r>
          </a:p>
          <a:p>
            <a:r>
              <a:t>• Simulate real-world pricing models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t>Products Table:</a:t>
            </a:r>
          </a:p>
          <a:p>
            <a:r>
              <a:t>- product_id</a:t>
            </a:r>
          </a:p>
          <a:p>
            <a:r>
              <a:t>- base_price</a:t>
            </a:r>
          </a:p>
          <a:p>
            <a:r>
              <a:t>- current_price</a:t>
            </a:r>
          </a:p>
          <a:p>
            <a:endParaRPr/>
          </a:p>
          <a:p>
            <a:r>
              <a:t>Sales Table:</a:t>
            </a:r>
          </a:p>
          <a:p>
            <a:r>
              <a:t>- sale_id</a:t>
            </a:r>
          </a:p>
          <a:p>
            <a:r>
              <a:t>- product_id</a:t>
            </a:r>
          </a:p>
          <a:p>
            <a:r>
              <a:t>- quantity</a:t>
            </a:r>
          </a:p>
          <a:p>
            <a:r>
              <a:t>- sale_date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Products (1) -------- (Many) Sales</a:t>
            </a:r>
          </a:p>
          <a:p>
            <a:endParaRPr/>
          </a:p>
          <a:p>
            <a:r>
              <a:t>Each product can have multiple sales records</a:t>
            </a:r>
          </a:p>
          <a:p>
            <a:r>
              <a:t>Connected using product_id (Foreign Key)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If demand &gt; 10 → Increase price by 10%</a:t>
            </a:r>
          </a:p>
          <a:p>
            <a:r>
              <a:t>If demand &lt; 5 → Decrease price by 10%</a:t>
            </a:r>
          </a:p>
          <a:p>
            <a:r>
              <a:t>Else → No change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Concepts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JOIN</a:t>
            </a:r>
          </a:p>
          <a:p>
            <a:r>
              <a:t>SUM()</a:t>
            </a:r>
          </a:p>
          <a:p>
            <a:r>
              <a:t>GROUP BY</a:t>
            </a:r>
          </a:p>
          <a:p>
            <a:r>
              <a:t>CASE Statement</a:t>
            </a:r>
          </a:p>
          <a:p>
            <a:r>
              <a:t>UPDATE Query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 updates current_price automatically based on demand trends.</a:t>
            </a:r>
          </a:p>
          <a:p>
            <a:r>
              <a:t>Helps in smart pricing decisions.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Faced Error Code 1175 (Safe Update Mode)</a:t>
            </a:r>
          </a:p>
          <a:p>
            <a:r>
              <a:t>Resolved by disabling SQL_SAFE_UPDATES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demonstrates demand-based pricing using SQL.</a:t>
            </a:r>
          </a:p>
          <a:p>
            <a:r>
              <a:t>Useful in real-world applications like Amazon, Flipkart.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Thank </a:t>
            </a:r>
            <a:r>
              <a:rPr dirty="0" smtClean="0"/>
              <a:t>Y</a:t>
            </a:r>
            <a:r>
              <a:rPr lang="en-US" dirty="0" smtClean="0"/>
              <a:t>ou !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202</Words>
  <Application>Microsoft Office PowerPoint</Application>
  <PresentationFormat>On-screen Show (4:3)</PresentationFormat>
  <Paragraphs>51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Dynamic Pricing &amp; Demand Intelligence System</vt:lpstr>
      <vt:lpstr>Introduction</vt:lpstr>
      <vt:lpstr>Objective</vt:lpstr>
      <vt:lpstr>Database Tables</vt:lpstr>
      <vt:lpstr>ER Diagram</vt:lpstr>
      <vt:lpstr>Working Logic</vt:lpstr>
      <vt:lpstr>SQL Concepts Used</vt:lpstr>
      <vt:lpstr>Output</vt:lpstr>
      <vt:lpstr>Challenges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Dynamic Pricing &amp; Demand Intelligence System</dc:title>
  <dc:subject/>
  <dc:creator>HARSH TAAk</dc:creator>
  <cp:keywords/>
  <dc:description>generated using python-pptx</dc:description>
  <cp:lastModifiedBy>my pc</cp:lastModifiedBy>
  <cp:revision>4</cp:revision>
  <dcterms:created xsi:type="dcterms:W3CDTF">2013-01-27T09:14:16Z</dcterms:created>
  <dcterms:modified xsi:type="dcterms:W3CDTF">2026-03-23T08:55:50Z</dcterms:modified>
  <cp:category/>
</cp:coreProperties>
</file>